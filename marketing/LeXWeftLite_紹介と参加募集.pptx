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課題" id="{9aba28a5-5712-0eca-6a61-4d8eed5f576e}">
          <p14:sldIdLst>
            <p14:sldId id="256"/>
            <p14:sldId id="257"/>
          </p14:sldIdLst>
        </p14:section>
        <p14:section name="解決" id="{7016bd74-b7b1-ba92-e0b5-1308fd3fd1de}">
          <p14:sldIdLst>
            <p14:sldId id="258"/>
            <p14:sldId id="259"/>
            <p14:sldId id="260"/>
            <p14:sldId id="261"/>
          </p14:sldIdLst>
        </p14:section>
        <p14:section name="募集" id="{62f34cc0-5ca5-7689-ac83-1204d07252bb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rgbClr val="7DD3E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94760"/>
            <a:ext cx="51206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D6E4E8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LeXWeft Lite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F1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rgbClr val="7DD3E4"/>
                </a:solidFill>
              </a:rPr>
              <a:t>LeXWeft Lite テスト参加者募集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9202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溜めた資料が、地図になる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947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4E8"/>
                </a:solidFill>
              </a:rPr>
              <a:t>フォルダを登録するだけで、技術資料を中身ごとに整理し、手元の Claude で深掘りできる</a:t>
            </a:r>
            <a:endParaRPr lang="en-US" sz="2000" dirty="0"/>
          </a:p>
        </p:txBody>
      </p:sp>
      <p:sp>
        <p:nvSpPr>
          <p:cNvPr id="5" name="shot-frame"/>
          <p:cNvSpPr/>
          <p:nvPr/>
        </p:nvSpPr>
        <p:spPr>
          <a:xfrm>
            <a:off x="6016752" y="1399032"/>
            <a:ext cx="5614416" cy="35227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shot" descr="資料のまとまりを色分けした地図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17320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資料は溜まるほど、見返せなくなる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4" name="card-dot"/>
          <p:cNvSpPr/>
          <p:nvPr/>
        </p:nvSpPr>
        <p:spPr>
          <a:xfrm>
            <a:off x="822960" y="1938528"/>
            <a:ext cx="201168" cy="20116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</a:rPr>
              <a:t>どこに何があるか分からない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フォルダ名とファイル名だけでは、中身の重なりや抜けが見えない。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334256" y="16459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card-dot"/>
          <p:cNvSpPr/>
          <p:nvPr/>
        </p:nvSpPr>
        <p:spPr>
          <a:xfrm>
            <a:off x="4608576" y="1938528"/>
            <a:ext cx="201168" cy="20116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28616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</a:rPr>
              <a:t>似た資料にたどり着けない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言い回しや表記が違うと、キーワード検索に掛からない。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8119872" y="164592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2" name="card-dot"/>
          <p:cNvSpPr/>
          <p:nvPr/>
        </p:nvSpPr>
        <p:spPr>
          <a:xfrm>
            <a:off x="8394192" y="1938528"/>
            <a:ext cx="201168" cy="20116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14232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328"/>
                </a:solidFill>
              </a:rPr>
              <a:t>生成 AI に渡すのが不安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423160"/>
            <a:ext cx="2971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調べ物の資料を、まとめてクラウドに上げるのはためらわれる。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00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490"/>
                </a:solidFill>
              </a:rPr>
              <a:t>LeXWeft Lite は、この 3 つを手元のフォルダから解きます。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フォルダを登録するだけで、中身ごとに整理される</a:t>
            </a:r>
            <a:endParaRPr lang="en-US" sz="2800" dirty="0"/>
          </a:p>
        </p:txBody>
      </p:sp>
      <p:sp>
        <p:nvSpPr>
          <p:cNvPr id="3" name="step1"/>
          <p:cNvSpPr/>
          <p:nvPr/>
        </p:nvSpPr>
        <p:spPr>
          <a:xfrm>
            <a:off x="548640" y="173736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15568" y="17007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フォルダを登録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" y="21031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md / txt / html / pdf / docx / csv を読む</a:t>
            </a:r>
            <a:endParaRPr lang="en-US" sz="1400" dirty="0"/>
          </a:p>
        </p:txBody>
      </p:sp>
      <p:sp>
        <p:nvSpPr>
          <p:cNvPr id="7" name="step2"/>
          <p:cNvSpPr/>
          <p:nvPr/>
        </p:nvSpPr>
        <p:spPr>
          <a:xfrm>
            <a:off x="4315968" y="173736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1596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82896" y="17007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自動でまとまりに分ける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82896" y="21031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中身をベクトルにして、似た資料をまとめる</a:t>
            </a:r>
            <a:endParaRPr lang="en-US" sz="1400" dirty="0"/>
          </a:p>
        </p:txBody>
      </p:sp>
      <p:sp>
        <p:nvSpPr>
          <p:cNvPr id="11" name="step3"/>
          <p:cNvSpPr/>
          <p:nvPr/>
        </p:nvSpPr>
        <p:spPr>
          <a:xfrm>
            <a:off x="8083296" y="1737360"/>
            <a:ext cx="420624" cy="42062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83296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650224" y="170078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まとまりに名前が付く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650224" y="210312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そのまとまりに特に多く出る語で、何の集まりかが分かる</a:t>
            </a:r>
            <a:endParaRPr lang="en-US" sz="1400" dirty="0"/>
          </a:p>
        </p:txBody>
      </p:sp>
      <p:sp>
        <p:nvSpPr>
          <p:cNvPr id="15" name="shot-frame"/>
          <p:cNvSpPr/>
          <p:nvPr/>
        </p:nvSpPr>
        <p:spPr>
          <a:xfrm>
            <a:off x="3520440" y="2953512"/>
            <a:ext cx="5157216" cy="323697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shot" descr="取り込みタブ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8728" y="2971800"/>
            <a:ext cx="5120640" cy="3200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まとまりと説明が自動でできるので、全体像が一目でつかめる</a:t>
            </a:r>
            <a:endParaRPr lang="en-US" sz="2800" dirty="0"/>
          </a:p>
        </p:txBody>
      </p:sp>
      <p:sp>
        <p:nvSpPr>
          <p:cNvPr id="3" name="shot-frame"/>
          <p:cNvSpPr/>
          <p:nvPr/>
        </p:nvSpPr>
        <p:spPr>
          <a:xfrm>
            <a:off x="530352" y="1444752"/>
            <a:ext cx="7260336" cy="45514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shot" descr="地図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223760" cy="4514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38160" y="1600200"/>
            <a:ext cx="34747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4 つのテーマの資料 48 件が、テーマどおり 4 つにまとまった例（架空の資料）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まとまりを押すと、代表的な段落と中心に近い資料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資料を開くと、同じフォルダの似た資料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いつもの Claude から、根拠の段落つきで深掘りできる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MCP で Claude Desktop とつなぐ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まとまりを手がかりに、課題と解決手段を書かせる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どの段落に書いてあるかを番号で残す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</a:rPr>
              <a:t>アプリ自身は LLM を呼ばない。API キーは要らない</a:t>
            </a:r>
            <a:endParaRPr lang="en-US" sz="1600" dirty="0"/>
          </a:p>
        </p:txBody>
      </p:sp>
      <p:sp>
        <p:nvSpPr>
          <p:cNvPr id="4" name="prompt"/>
          <p:cNvSpPr/>
          <p:nvPr/>
        </p:nvSpPr>
        <p:spPr>
          <a:xfrm>
            <a:off x="548640" y="4206240"/>
            <a:ext cx="4754880" cy="1371600"/>
          </a:xfrm>
          <a:prstGeom prst="roundRect">
            <a:avLst>
              <a:gd name="adj" fmla="val 6667"/>
            </a:avLst>
          </a:prstGeom>
          <a:solidFill>
            <a:srgbClr val="E7F1F3"/>
          </a:solidFill>
          <a:ln w="12700">
            <a:solidFill>
              <a:srgbClr val="E7F1F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43434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</a:rPr>
              <a:t>Claude への頼み方の例</a:t>
            </a:r>
            <a:endParaRPr lang="en-US" sz="1100" dirty="0"/>
          </a:p>
          <a:p>
            <a:pPr indent="0" marL="0">
              <a:buNone/>
            </a:pPr>
            <a:r>
              <a:rPr lang="en-US" sz="1400" dirty="0">
                <a:solidFill>
                  <a:srgbClr val="1F2328"/>
                </a:solidFill>
              </a:rPr>
              <a:t>LeXWeft Lite で「セル間の熱伝播」を解決する手段を、根拠の段落番号つきで一覧にして。</a:t>
            </a:r>
            <a:endParaRPr lang="en-US" sz="1100" dirty="0"/>
          </a:p>
        </p:txBody>
      </p:sp>
      <p:sp>
        <p:nvSpPr>
          <p:cNvPr id="6" name="shot-frame"/>
          <p:cNvSpPr/>
          <p:nvPr/>
        </p:nvSpPr>
        <p:spPr>
          <a:xfrm>
            <a:off x="5650992" y="1444752"/>
            <a:ext cx="5980176" cy="3751326"/>
          </a:xfrm>
          <a:prstGeom prst="rect">
            <a:avLst/>
          </a:prstGeom>
          <a:solidFill>
            <a:srgbClr val="FFFFFF"/>
          </a:solidFill>
          <a:ln w="9525">
            <a:solidFill>
              <a:srgbClr val="D7DCD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hot" descr="課題と解決手段のつながりの画面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463040"/>
            <a:ext cx="5943600" cy="371475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手元で動き、アプリから資料を外に送らない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60020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4" name="card-dot"/>
          <p:cNvSpPr/>
          <p:nvPr/>
        </p:nvSpPr>
        <p:spPr>
          <a:xfrm>
            <a:off x="822960" y="189280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この PC に保存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資料も意味層も、ホームフォルダの中だけに置く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217920" y="160020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card-dot"/>
          <p:cNvSpPr/>
          <p:nvPr/>
        </p:nvSpPr>
        <p:spPr>
          <a:xfrm>
            <a:off x="6492240" y="189280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API キー不要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77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計算はこの PC の中で行う。LLM はいま使っているものをつなぐ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7947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2" name="card-dot"/>
          <p:cNvSpPr/>
          <p:nvPr/>
        </p:nvSpPr>
        <p:spPr>
          <a:xfrm>
            <a:off x="822960" y="408736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根拠の段落つき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まとまりも Claude の答えも、元の段落に戻って確かめられる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217920" y="3794760"/>
            <a:ext cx="5394960" cy="1965960"/>
          </a:xfrm>
          <a:prstGeom prst="roundRect">
            <a:avLst>
              <a:gd name="adj" fmla="val 5581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6" name="card-dot"/>
          <p:cNvSpPr/>
          <p:nvPr/>
        </p:nvSpPr>
        <p:spPr>
          <a:xfrm>
            <a:off x="6492240" y="408736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Mac と Windows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74151"/>
                </a:solidFill>
              </a:rPr>
              <a:t>ZIP を展開してセットアップを 1 回実行するだけ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Claude に読ませた部分は、Claude（Anthropic）に送られます。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知財・技術調査で、資料を多く抱える方に向いている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548640" y="16459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4" name="card-dot"/>
          <p:cNvSpPr/>
          <p:nvPr/>
        </p:nvSpPr>
        <p:spPr>
          <a:xfrm>
            <a:off x="822960" y="193852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知財・特許調査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71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先行技術調査や動向調査のメモ・報告書を、テーマごとに見渡す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334256" y="16459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8" name="card-dot"/>
          <p:cNvSpPr/>
          <p:nvPr/>
        </p:nvSpPr>
        <p:spPr>
          <a:xfrm>
            <a:off x="4608576" y="193852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28616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研究開発の技術調査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608576" y="2423160"/>
            <a:ext cx="2971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論文メモや実験報告から、似た取り組みや抜けているテーマを探す</a:t>
            </a:r>
            <a:endParaRPr lang="en-US" sz="1700" dirty="0"/>
          </a:p>
        </p:txBody>
      </p:sp>
      <p:sp>
        <p:nvSpPr>
          <p:cNvPr id="11" name="card"/>
          <p:cNvSpPr/>
          <p:nvPr/>
        </p:nvSpPr>
        <p:spPr>
          <a:xfrm>
            <a:off x="8119872" y="164592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F3F5F4"/>
          </a:solidFill>
          <a:ln w="12700">
            <a:solidFill>
              <a:srgbClr val="F3F5F4"/>
            </a:solidFill>
            <a:prstDash val="solid"/>
          </a:ln>
        </p:spPr>
      </p:sp>
      <p:sp>
        <p:nvSpPr>
          <p:cNvPr id="12" name="card-dot"/>
          <p:cNvSpPr/>
          <p:nvPr/>
        </p:nvSpPr>
        <p:spPr>
          <a:xfrm>
            <a:off x="8394192" y="1938528"/>
            <a:ext cx="201168" cy="20116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14232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2328"/>
                </a:solidFill>
              </a:rPr>
              <a:t>調査レポートを書く人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94192" y="2423160"/>
            <a:ext cx="29718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374151"/>
                </a:solidFill>
              </a:rPr>
              <a:t>過去のレポートを根拠の段落つきで引き直し、次の調査に使う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テストに参加してください</a:t>
            </a:r>
            <a:endParaRPr lang="en-US" sz="3200" dirty="0"/>
          </a:p>
        </p:txBody>
      </p:sp>
      <p:sp>
        <p:nvSpPr>
          <p:cNvPr id="3" name="join1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登録フォームに記入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E8"/>
                </a:solidFill>
              </a:rPr>
              <a:t>お名前・連絡先・使っている OS</a:t>
            </a:r>
            <a:endParaRPr lang="en-US" sz="1500" dirty="0"/>
          </a:p>
        </p:txBody>
      </p:sp>
      <p:sp>
        <p:nvSpPr>
          <p:cNvPr id="7" name="join2"/>
          <p:cNvSpPr/>
          <p:nvPr/>
        </p:nvSpPr>
        <p:spPr>
          <a:xfrm>
            <a:off x="4343400" y="192024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ZIP と入れ方が届く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154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E8"/>
                </a:solidFill>
              </a:rPr>
              <a:t>5 分ほどでセットアップできます</a:t>
            </a:r>
            <a:endParaRPr lang="en-US" sz="1500" dirty="0"/>
          </a:p>
        </p:txBody>
      </p:sp>
      <p:sp>
        <p:nvSpPr>
          <p:cNvPr id="11" name="join3"/>
          <p:cNvSpPr/>
          <p:nvPr/>
        </p:nvSpPr>
        <p:spPr>
          <a:xfrm>
            <a:off x="8046720" y="192024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6517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 週間使って感想を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3154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6E4E8"/>
                </a:solidFill>
              </a:rPr>
              <a:t>短いアンケートと、希望者にはお話を伺います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DD3E4"/>
                </a:solidFill>
              </a:rPr>
              <a:t>登録フォーム: （フォームの URL を入れる）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XWeft Lite">
  <a:themeElements>
    <a:clrScheme name="LeXWeft Lite">
      <a:dk1>
        <a:srgbClr val="1F2328"/>
      </a:dk1>
      <a:lt1>
        <a:srgbClr val="FFFFFF"/>
      </a:lt1>
      <a:dk2>
        <a:srgbClr val="0F1A1E"/>
      </a:dk2>
      <a:lt2>
        <a:srgbClr val="F3F5F4"/>
      </a:lt2>
      <a:accent1>
        <a:srgbClr val="0E7490"/>
      </a:accent1>
      <a:accent2>
        <a:srgbClr val="C2410C"/>
      </a:accent2>
      <a:accent3>
        <a:srgbClr val="7C3AED"/>
      </a:accent3>
      <a:accent4>
        <a:srgbClr val="15803D"/>
      </a:accent4>
      <a:accent5>
        <a:srgbClr val="6B7280"/>
      </a:accent5>
      <a:accent6>
        <a:srgbClr val="E7F1F3"/>
      </a:accent6>
      <a:hlink>
        <a:srgbClr val="0E7490"/>
      </a:hlink>
      <a:folHlink>
        <a:srgbClr val="0E7490"/>
      </a:folHlink>
    </a:clrScheme>
    <a:fontScheme name="LeXWeft Lit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溜めた資料が、地図になる - LeXWeft Lite</dc:title>
  <dc:subject>PptxGenJS Presentation</dc:subject>
  <dc:creator>LeXI/Vent</dc:creator>
  <cp:lastModifiedBy>LeXI/Vent</cp:lastModifiedBy>
  <cp:revision>1</cp:revision>
  <dcterms:created xsi:type="dcterms:W3CDTF">2026-10-05T13:07:06Z</dcterms:created>
  <dcterms:modified xsi:type="dcterms:W3CDTF">2026-10-05T13:07:06Z</dcterms:modified>
</cp:coreProperties>
</file>