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e7b84a32-1e90-160d-8b9b-d3031ab5381e}">
          <p14:sldIdLst>
            <p14:sldId id="256"/>
            <p14:sldId id="257"/>
          </p14:sldIdLst>
        </p14:section>
        <p14:section name="見る" id="{6af7d518-f7b5-e67b-5107-e2af868ec2e4}">
          <p14:sldIdLst>
            <p14:sldId id="258"/>
            <p14:sldId id="259"/>
            <p14:sldId id="260"/>
          </p14:sldIdLst>
        </p14:section>
        <p14:section name="深める" id="{d5165079-ab69-3075-b91b-3134daaae01f}">
          <p14:sldIdLst>
            <p14:sldId id="261"/>
          </p14:sldIdLst>
        </p14:section>
        <p14:section name="入れ方とお願い" id="{c1c9b269-772c-64e5-6a6a-78b1bed081db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LeXWeft Lite は、フォルダを登録するだけで、中の資料を似たものどうしのまとまりに分け、地図にして見せるアプリです。データはこの PC の中に保存します。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7DD3E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92024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9476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D6E4E8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LeXWeft Lite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F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rgbClr val="7DD3E4"/>
                </a:solidFill>
              </a:rPr>
              <a:t>テスト版のご案内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9202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LeXWeft Lite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947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4E8"/>
                </a:solidFill>
              </a:rPr>
              <a:t>フォルダを登録すると、資料の地図ができる</a:t>
            </a:r>
            <a:endParaRPr lang="en-US" sz="2000" dirty="0"/>
          </a:p>
        </p:txBody>
      </p:sp>
      <p:sp>
        <p:nvSpPr>
          <p:cNvPr id="5" name="shot-frame"/>
          <p:cNvSpPr/>
          <p:nvPr/>
        </p:nvSpPr>
        <p:spPr>
          <a:xfrm>
            <a:off x="6016752" y="1399032"/>
            <a:ext cx="5614416" cy="35227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shot" descr="資料のまとまりを色分けした地図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17320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フォルダを登録するだけで、資料の地図ができる</a:t>
            </a:r>
            <a:endParaRPr lang="en-US" sz="2800" dirty="0"/>
          </a:p>
        </p:txBody>
      </p:sp>
      <p:sp>
        <p:nvSpPr>
          <p:cNvPr id="3" name="step1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56362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フォルダを登録する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96596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資料の入ったフォルダを選ぶ。md / txt / html / pdf / docx / csv を読む</a:t>
            </a:r>
            <a:endParaRPr lang="en-US" sz="1400" dirty="0"/>
          </a:p>
        </p:txBody>
      </p:sp>
      <p:sp>
        <p:nvSpPr>
          <p:cNvPr id="7" name="step2"/>
          <p:cNvSpPr/>
          <p:nvPr/>
        </p:nvSpPr>
        <p:spPr>
          <a:xfrm>
            <a:off x="548640" y="297180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93522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取り込む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33756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件数を確かめてから取り込む。資料を足したら「取り込み直す」</a:t>
            </a:r>
            <a:endParaRPr lang="en-US" sz="1400" dirty="0"/>
          </a:p>
        </p:txBody>
      </p:sp>
      <p:sp>
        <p:nvSpPr>
          <p:cNvPr id="11" name="step3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430682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意味層ができる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470916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フォルダごとに、似た資料のまとまりと、その説明が自動でできる</a:t>
            </a:r>
            <a:endParaRPr lang="en-US" sz="1400" dirty="0"/>
          </a:p>
        </p:txBody>
      </p:sp>
      <p:sp>
        <p:nvSpPr>
          <p:cNvPr id="15" name="shot-frame"/>
          <p:cNvSpPr/>
          <p:nvPr/>
        </p:nvSpPr>
        <p:spPr>
          <a:xfrm>
            <a:off x="4873752" y="1490472"/>
            <a:ext cx="6757416" cy="4237101"/>
          </a:xfrm>
          <a:prstGeom prst="rect">
            <a:avLst/>
          </a:prstGeom>
          <a:solidFill>
            <a:srgbClr val="FFFFFF"/>
          </a:solidFill>
          <a:ln w="9525">
            <a:solidFill>
              <a:srgbClr val="D7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shot" descr="取り込みタブの 3 つの手順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508760"/>
            <a:ext cx="6720840" cy="42005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地図で、資料がどんなまとまりに分かれるかが見える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30352" y="1444752"/>
            <a:ext cx="7260336" cy="45514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shot" descr="地図の画面。左にまとまりの一覧、右に選んだまとまりの詳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223760" cy="4514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0" y="160020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点が資料。近い点ほど中身が似ている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色がまとまり。名前はそのまとまりに特に多く出る語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まとまりを押すと、代表的な段落と中心に近い資料が出る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点を押すと、その資料が開く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語のつながりで、テーマの広がりが見える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よく出る語を、同じ資料に一緒に出るものどうしで結ぶ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色は、その語がいちばん多く出るまとまり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テーマの言葉で絞り込める（例: 熱暴走 | 冷却）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語を押すと、その語が出る資料が並ぶ</a:t>
            </a:r>
            <a:endParaRPr lang="en-US" sz="1600" dirty="0"/>
          </a:p>
        </p:txBody>
      </p:sp>
      <p:sp>
        <p:nvSpPr>
          <p:cNvPr id="4" name="shot-frame"/>
          <p:cNvSpPr/>
          <p:nvPr/>
        </p:nvSpPr>
        <p:spPr>
          <a:xfrm>
            <a:off x="4370832" y="1444752"/>
            <a:ext cx="7260336" cy="45514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shot" descr="キーワードのつながり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463040"/>
            <a:ext cx="7223760" cy="45148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資料を開くと、似た資料と段落番号つきの本文が出る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30352" y="1444752"/>
            <a:ext cx="7260336" cy="45514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shot" descr="資料の画面。似た資料と、段落番号つきの本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223760" cy="4514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0" y="160020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似た資料: 同じフォルダの中で、中身のベクトルが近い順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段落番号（¶）は、Claude が根拠を示すときの番号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段落を選んで、課題や解決手段を手で書き足せる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「検索」タブでは、言い換えを | で並べて段落を探せる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Claude とつなぐと、課題と解決手段を根拠つきで書ける</a:t>
            </a:r>
            <a:endParaRPr lang="en-US" sz="2800" dirty="0"/>
          </a:p>
        </p:txBody>
      </p:sp>
      <p:sp>
        <p:nvSpPr>
          <p:cNvPr id="3" name="step1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563624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セットアップの最後で y を押す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96596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Claude Desktop に LeXWeft Lite が登録される</a:t>
            </a:r>
            <a:endParaRPr lang="en-US" sz="1400" dirty="0"/>
          </a:p>
        </p:txBody>
      </p:sp>
      <p:sp>
        <p:nvSpPr>
          <p:cNvPr id="7" name="step2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660904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Claude Desktop を開き直して確かめる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6324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「LeXWeft Lite に入っている資料は何件？」と聞き、件数が返ればつながっている</a:t>
            </a:r>
            <a:endParaRPr lang="en-US" sz="1400" dirty="0"/>
          </a:p>
        </p:txBody>
      </p:sp>
      <p:sp>
        <p:nvSpPr>
          <p:cNvPr id="11" name="step3"/>
          <p:cNvSpPr/>
          <p:nvPr/>
        </p:nvSpPr>
        <p:spPr>
          <a:xfrm>
            <a:off x="548640" y="379476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58184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まとまりを選んで頼む</a:t>
            </a:r>
            <a:endParaRPr lang="en-US" sz="1800" dirty="0"/>
          </a:p>
        </p:txBody>
      </p:sp>
      <p:sp>
        <p:nvSpPr>
          <p:cNvPr id="14" name="prompt"/>
          <p:cNvSpPr/>
          <p:nvPr/>
        </p:nvSpPr>
        <p:spPr>
          <a:xfrm>
            <a:off x="1115568" y="429768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44168" y="44348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Claude への頼み方の例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</a:rPr>
              <a:t>LeXWeft Lite のまとまり「セル・相変化材料・異常発熱」の資料を読んで、課題と解決手段を根拠の段落つきで書いて。</a:t>
            </a:r>
            <a:endParaRPr lang="en-US" sz="1100" dirty="0"/>
          </a:p>
        </p:txBody>
      </p:sp>
      <p:sp>
        <p:nvSpPr>
          <p:cNvPr id="16" name="shot-frame"/>
          <p:cNvSpPr/>
          <p:nvPr/>
        </p:nvSpPr>
        <p:spPr>
          <a:xfrm>
            <a:off x="5650992" y="1444752"/>
            <a:ext cx="5980176" cy="37513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shot" descr="課題と解決手段のつながり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463040"/>
            <a:ext cx="5943600" cy="371475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669280" y="5349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アプリ自身は LLM を呼ばないので、API キーは要りません。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入れ方は 5 分、Mac と Windows で同じ流れ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490"/>
                </a:solidFill>
              </a:rPr>
              <a:t>Mac</a:t>
            </a:r>
            <a:endParaRPr lang="en-US" sz="2000" dirty="0"/>
          </a:p>
        </p:txBody>
      </p:sp>
      <p:sp>
        <p:nvSpPr>
          <p:cNvPr id="4" name="step1"/>
          <p:cNvSpPr/>
          <p:nvPr/>
        </p:nvSpPr>
        <p:spPr>
          <a:xfrm>
            <a:off x="548640" y="205740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2020824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ZIP を展開し、フォルダを「書類」へ移す</a:t>
            </a:r>
            <a:endParaRPr lang="en-US" sz="1800" dirty="0"/>
          </a:p>
        </p:txBody>
      </p:sp>
      <p:sp>
        <p:nvSpPr>
          <p:cNvPr id="7" name="step2"/>
          <p:cNvSpPr/>
          <p:nvPr/>
        </p:nvSpPr>
        <p:spPr>
          <a:xfrm>
            <a:off x="548640" y="278892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752344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ターミナルで bash と打ち、install.sh をドラッグ</a:t>
            </a:r>
            <a:endParaRPr lang="en-US" sz="1800" dirty="0"/>
          </a:p>
        </p:txBody>
      </p:sp>
      <p:sp>
        <p:nvSpPr>
          <p:cNvPr id="10" name="step3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483864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最後の質問に y（Claude とつなぐ）</a:t>
            </a:r>
            <a:endParaRPr lang="en-US" sz="1800" dirty="0"/>
          </a:p>
        </p:txBody>
      </p:sp>
      <p:sp>
        <p:nvSpPr>
          <p:cNvPr id="13" name="step4"/>
          <p:cNvSpPr/>
          <p:nvPr/>
        </p:nvSpPr>
        <p:spPr>
          <a:xfrm>
            <a:off x="548640" y="425196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4215384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Launchpad で「LeXWeft Lite」を開く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490"/>
                </a:solidFill>
              </a:rPr>
              <a:t>Windows</a:t>
            </a:r>
            <a:endParaRPr lang="en-US" sz="2000" dirty="0"/>
          </a:p>
        </p:txBody>
      </p:sp>
      <p:sp>
        <p:nvSpPr>
          <p:cNvPr id="17" name="step1"/>
          <p:cNvSpPr/>
          <p:nvPr/>
        </p:nvSpPr>
        <p:spPr>
          <a:xfrm>
            <a:off x="6309360" y="205740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2020824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ZIP を「すべて展開」し「ドキュメント」へ</a:t>
            </a:r>
            <a:endParaRPr lang="en-US" sz="1800" dirty="0"/>
          </a:p>
        </p:txBody>
      </p:sp>
      <p:sp>
        <p:nvSpPr>
          <p:cNvPr id="20" name="step2"/>
          <p:cNvSpPr/>
          <p:nvPr/>
        </p:nvSpPr>
        <p:spPr>
          <a:xfrm>
            <a:off x="6309360" y="278892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2752344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フォルダのアドレス欄で powershell と入力</a:t>
            </a:r>
            <a:endParaRPr lang="en-US" sz="1800" dirty="0"/>
          </a:p>
        </p:txBody>
      </p:sp>
      <p:sp>
        <p:nvSpPr>
          <p:cNvPr id="23" name="step3"/>
          <p:cNvSpPr/>
          <p:nvPr/>
        </p:nvSpPr>
        <p:spPr>
          <a:xfrm>
            <a:off x="6309360" y="352044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76288" y="3483864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install.ps1 を実行（コマンドは手順書に）</a:t>
            </a:r>
            <a:endParaRPr lang="en-US" sz="1800" dirty="0"/>
          </a:p>
        </p:txBody>
      </p:sp>
      <p:sp>
        <p:nvSpPr>
          <p:cNvPr id="26" name="step4"/>
          <p:cNvSpPr/>
          <p:nvPr/>
        </p:nvSpPr>
        <p:spPr>
          <a:xfrm>
            <a:off x="6309360" y="425196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876288" y="4215384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「LeXWeft Lite.bat」をダブルクリック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詳しい手順と困ったときの対処は、ZIP の中の START_HERE.html にあります。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資料はこの PC の中に保存し、アプリからは外に送らない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何が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どこに・どうなる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</a:rPr>
                        <a:t>取り込んだ資料と意味層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</a:rPr>
                        <a:t>ホームフォルダの LeXWeftLite に保存する（アプリのフォルダとは別）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</a:rPr>
                        <a:t>元のファイル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</a:rPr>
                        <a:t>読むだけで、変えたり消したりしない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</a:rPr>
                        <a:t>アプリからの送信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</a:rPr>
                        <a:t>しない。画面との通信もこの PC の中だけ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</a:rPr>
                        <a:t>Claude に読ませた部分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</a:rPr>
                        <a:t>Claude（Anthropic）に送られる。社外秘の資料は所属先の決まりを確かめてから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 週間使って、感想を聞かせてください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4" name="card-dot"/>
          <p:cNvSpPr/>
          <p:nvPr/>
        </p:nvSpPr>
        <p:spPr>
          <a:xfrm>
            <a:off x="822960" y="184708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試してほしいこと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1. テーマごとのフォルダを 1〜3 個登録する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2. 地図のまとまりの名前が、中身と合っているか見る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3. 似た資料やつながりから、忘れていた資料が見つかるか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4. Claude で 1 つのまとまりの課題と解決手段を書かせる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8" name="card-dot"/>
          <p:cNvSpPr/>
          <p:nvPr/>
        </p:nvSpPr>
        <p:spPr>
          <a:xfrm>
            <a:off x="6492240" y="1847088"/>
            <a:ext cx="201168" cy="20116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教えてほしいこと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3172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・役に立った場面と、役に立たなかった場面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・分かりにくかった画面や言葉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・続けて使うなら、いくらまでなら払うか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・困ったこと、ほしい機能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画面右上の「感想を送る」から送れます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困ったときは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DD3E4"/>
                          </a:solidFill>
                        </a:rPr>
                        <a:t>こんなとき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7DD3E4"/>
                          </a:solidFill>
                        </a:rPr>
                        <a:t>こうしてください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F0"/>
                          </a:solidFill>
                        </a:rPr>
                        <a:t>Claude に資料の件数を聞いても分からないと言われる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F0"/>
                          </a:solidFill>
                        </a:rPr>
                        <a:t>Claude Desktop を完全に終了して（⌘Q）開き直す。だめならセットアップをもう一度実行して最後に y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F0"/>
                          </a:solidFill>
                        </a:rPr>
                        <a:t>地図が「作っています」のまま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F0"/>
                          </a:solidFill>
                        </a:rPr>
                        <a:t>資料が多いと数分かかる。終わると自動で出る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F0"/>
                          </a:solidFill>
                        </a:rPr>
                        <a:t>まとまりの名前がしっくりこない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F0"/>
                          </a:solidFill>
                        </a:rPr>
                        <a:t>テーマごとにフォルダを分けて登録すると、まとまりがはっきりする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F0"/>
                          </a:solidFill>
                        </a:rPr>
                        <a:t>PDF の本文が出ない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F0"/>
                          </a:solidFill>
                        </a:rPr>
                        <a:t>スキャン画像の PDF は文字を取り出せない。文字を選択できる PDF を使う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CC"/>
                </a:solidFill>
              </a:rPr>
              <a:t>利用条件は ZIP の中の TERMS.txt をご覧ください。ご協力ありがとうございます。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XWeft Lite">
  <a:themeElements>
    <a:clrScheme name="LeXWeft Lite">
      <a:dk1>
        <a:srgbClr val="1F2328"/>
      </a:dk1>
      <a:lt1>
        <a:srgbClr val="FFFFFF"/>
      </a:lt1>
      <a:dk2>
        <a:srgbClr val="0F1A1E"/>
      </a:dk2>
      <a:lt2>
        <a:srgbClr val="F3F5F4"/>
      </a:lt2>
      <a:accent1>
        <a:srgbClr val="0E7490"/>
      </a:accent1>
      <a:accent2>
        <a:srgbClr val="C2410C"/>
      </a:accent2>
      <a:accent3>
        <a:srgbClr val="7C3AED"/>
      </a:accent3>
      <a:accent4>
        <a:srgbClr val="15803D"/>
      </a:accent4>
      <a:accent5>
        <a:srgbClr val="6B7280"/>
      </a:accent5>
      <a:accent6>
        <a:srgbClr val="E7F1F3"/>
      </a:accent6>
      <a:hlink>
        <a:srgbClr val="0E7490"/>
      </a:hlink>
      <a:folHlink>
        <a:srgbClr val="0E7490"/>
      </a:folHlink>
    </a:clrScheme>
    <a:fontScheme name="LeXWeft Lit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LeXWeft Lite テスト版のご案内</dc:title>
  <dc:subject>PptxGenJS Presentation</dc:subject>
  <dc:creator>LeXI/Vent</dc:creator>
  <cp:lastModifiedBy>LeXI/Vent</cp:lastModifiedBy>
  <cp:revision>1</cp:revision>
  <dcterms:created xsi:type="dcterms:W3CDTF">2026-10-05T13:07:06Z</dcterms:created>
  <dcterms:modified xsi:type="dcterms:W3CDTF">2026-10-05T13:07:06Z</dcterms:modified>
</cp:coreProperties>
</file>